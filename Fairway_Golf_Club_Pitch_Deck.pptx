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4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FAIRWAY GOLF CLUB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Indoor Golf Improvement Club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Workhouse Arts Center  |  Fairfax Station, Virginia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37160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visit makes you a better golfer.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Fairway Golf Club is Northern Virginia's first AI-powered indoor golf improvement club. We combine premium simulator technology, automated ball return systems, and Salesforce-powered AI coaching to create a membership experience where every session builds on the last.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simulator rental business. This is a golf improvement community with technology as its backbone.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Indoor golf today is forgettable.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74904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&amp; Uninviting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simulators feel like basements. Dark walls, no personality, zero hospitality.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737360"/>
            <a:ext cx="374904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Improvement Path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hit balls and leave. No data carries over. No coaching. No progress tracking.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374904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Technology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launch monitors miss shots. No visual feedback when the system is ready.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291840"/>
            <a:ext cx="374904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Community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a bay, leave. No memberships, no leagues, no reason to come back.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experience. Intelligent technology. Real improvement.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749040" cy="1280160"/>
          </a:xfrm>
          <a:prstGeom prst="roundRect">
            <a:avLst>
              <a:gd name="adj" fmla="val 3571"/>
            </a:avLst>
          </a:prstGeom>
          <a:solidFill>
            <a:srgbClr val="F5F1E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Golfer360 Profile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captured. AI tracks your progress over time and recommends focused practice.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737360"/>
            <a:ext cx="3749040" cy="1280160"/>
          </a:xfrm>
          <a:prstGeom prst="roundRect">
            <a:avLst>
              <a:gd name="adj" fmla="val 3571"/>
            </a:avLst>
          </a:prstGeom>
          <a:solidFill>
            <a:srgbClr val="F5F1E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Ball Return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0" y="2286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Sloped floor + auto-tee keeps you in flow. Green LED confirms ready. No bending, no waiting.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3749040" cy="1280160"/>
          </a:xfrm>
          <a:prstGeom prst="roundRect">
            <a:avLst>
              <a:gd name="adj" fmla="val 3571"/>
            </a:avLst>
          </a:prstGeom>
          <a:solidFill>
            <a:srgbClr val="F5F1E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Atmosphere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walnut, leather, exposed brick. Craft beer on tap. A place you want to bring friends.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291840"/>
            <a:ext cx="3749040" cy="1280160"/>
          </a:xfrm>
          <a:prstGeom prst="roundRect">
            <a:avLst>
              <a:gd name="adj" fmla="val 3571"/>
            </a:avLst>
          </a:prstGeom>
          <a:solidFill>
            <a:srgbClr val="F5F1E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AI Coach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Salesforce-powered AI analyzes your data and delivers personalized coaching insights.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Arrival Experience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3474720"/>
          </a:xfrm>
          <a:prstGeom prst="roundRect">
            <a:avLst>
              <a:gd name="adj" fmla="val 1316"/>
            </a:avLst>
          </a:prstGeom>
          <a:solidFill>
            <a:srgbClr val="3A4A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Exterior render — brick facade with FAIRWAY GOLF CLUB signage 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Reception &amp; First Impressions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3474720"/>
          </a:xfrm>
          <a:prstGeom prst="roundRect">
            <a:avLst>
              <a:gd name="adj" fmla="val 1316"/>
            </a:avLst>
          </a:prstGeom>
          <a:solidFill>
            <a:srgbClr val="3A4A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Reception render — walnut desk, brick arch, slat wall with logo 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Lounge &amp; Social Hub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3474720"/>
          </a:xfrm>
          <a:prstGeom prst="roundRect">
            <a:avLst>
              <a:gd name="adj" fmla="val 1316"/>
            </a:avLst>
          </a:prstGeom>
          <a:solidFill>
            <a:srgbClr val="3A4A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Lounge render — Chesterfields, beer flight, bar with taps, natural light ]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Simulator Bays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3474720"/>
          </a:xfrm>
          <a:prstGeom prst="roundRect">
            <a:avLst>
              <a:gd name="adj" fmla="val 1316"/>
            </a:avLst>
          </a:prstGeom>
          <a:solidFill>
            <a:srgbClr val="3A4A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Bay render — clean walls, auto-tee, data monitor, golfer mid-swing ]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Details That Matter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3474720"/>
          </a:xfrm>
          <a:prstGeom prst="roundRect">
            <a:avLst>
              <a:gd name="adj" fmla="val 1316"/>
            </a:avLst>
          </a:prstGeom>
          <a:solidFill>
            <a:srgbClr val="3A4A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Auto-tee detail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657600" cy="3474720"/>
          </a:xfrm>
          <a:prstGeom prst="roundRect">
            <a:avLst>
              <a:gd name="adj" fmla="val 1316"/>
            </a:avLst>
          </a:prstGeom>
          <a:solidFill>
            <a:srgbClr val="3A4A5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2834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Branded merchandise wall ]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Powered by Salesforce. Coached by AI.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Golfer360 Digital Profile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40480" y="1737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Customer 360 adapted for golf. Every swing, every session, every improvement tracked.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7680960" cy="0"/>
          </a:xfrm>
          <a:prstGeom prst="line">
            <a:avLst/>
          </a:prstGeom>
          <a:noFill/>
          <a:ln w="6350">
            <a:solidFill>
              <a:srgbClr val="E8E4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Agentforce AI Coach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2560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Agentforce delivers personalized practice plans based on your data history.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7680960" cy="0"/>
          </a:xfrm>
          <a:prstGeom prst="line">
            <a:avLst/>
          </a:prstGeom>
          <a:noFill/>
          <a:ln w="6350">
            <a:solidFill>
              <a:srgbClr val="E8E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Uneekor EYE XO2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3383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99%+ ball detection rate. Overhead mount, no interference. Full API for data integration.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7680960" cy="0"/>
          </a:xfrm>
          <a:prstGeom prst="line">
            <a:avLst/>
          </a:prstGeom>
          <a:noFill/>
          <a:ln w="6350">
            <a:solidFill>
              <a:srgbClr val="E8E4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06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Portal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4206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Cloud portal for booking, progress dashboards, league standings, community.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revenue streams from day one.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Rentals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1752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$55-70/hr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and online booking, peak/off-peak pricing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$99-249/mo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Bronze, Silver, Gold tiers with increasing benefits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$29-49/mo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subscription for Agentforce insights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Beer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$6-9/pour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3291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Bunny Man Brewing on tap + BYOB friendly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Leagues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$25-50/session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3840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events, weekly leagues, tournaments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4389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$75-150/hr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4389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instructor in private bay, video analysis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Conservative, fundable, proven path to profitability.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7490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$217K-354K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Investment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bays, full build-out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645920"/>
            <a:ext cx="37490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783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12064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Utilization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 hrs/bay/week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37490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429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$10.3K/mo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Operating Cost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beverage ops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291840"/>
            <a:ext cx="37490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0" y="3429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2-3 Years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12064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4251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45-55% utilization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 PARTNERSHIP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Bunny Man Brewing  +  Fairway Golf Club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campus partnership. Both venues share the Workhouse Arts Center campus.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749040" cy="2560320"/>
          </a:xfrm>
          <a:prstGeom prst="roundRect">
            <a:avLst>
              <a:gd name="adj" fmla="val 1786"/>
            </a:avLst>
          </a:prstGeom>
          <a:solidFill>
            <a:srgbClr val="F5F1E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Fairway Members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pours at Bunny Man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craft beer taps in our lounge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BYOB-friendly from Bunny Man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ABC Wine &amp; Beer license secured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$400-$2,600/mo net beer margin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194560"/>
            <a:ext cx="3749040" cy="2560320"/>
          </a:xfrm>
          <a:prstGeom prst="roundRect">
            <a:avLst>
              <a:gd name="adj" fmla="val 1786"/>
            </a:avLst>
          </a:prstGeom>
          <a:solidFill>
            <a:srgbClr val="F5F1E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Bunny Man Brewing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7432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customer pipeline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presence in Fairway lounge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events &amp; league nights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Cross-promo to affluent audience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customer acquisition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Workhouse Arts Center — Fairfax Station, VA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 Campus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74720" y="1645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converted brick buildings with character and community.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304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 Market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230428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Fairfax Station, Lorton, Woodbridge — high-income, golf culture.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9626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Traffic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9626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campus visitors, brewery patrons, event attendees.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6210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362102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premium indoor golf within 15-minute drive radius.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279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Expansion-Ready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4279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space available for Phase 2 when demand validates.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GROWTH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lean. Prove demand. Expand from profits.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749040" cy="2926080"/>
          </a:xfrm>
          <a:prstGeom prst="roundRect">
            <a:avLst>
              <a:gd name="adj" fmla="val 1563"/>
            </a:avLst>
          </a:prstGeom>
          <a:solidFill>
            <a:srgbClr val="F5F1EB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 Launch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Investment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premium simulator bays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lounge &amp; bar buildout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Auto-tee + ball return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+ AI integration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launch (50+ target)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Bunny Man partnership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749040" cy="2926080"/>
          </a:xfrm>
          <a:prstGeom prst="roundRect">
            <a:avLst>
              <a:gd name="adj" fmla="val 1563"/>
            </a:avLst>
          </a:prstGeom>
          <a:solidFill>
            <a:srgbClr val="E8E4DF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 Expansion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Self-Funded from Profits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25146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 more bays (total: 4)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lesson/coaching bay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lounge capacity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&amp; tournament program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fitting partnerships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from Phase 1 profits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triggers: 55%+ utilization for 3 months  |  50+ active members  |  $10K+ monthly profit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Unfair advantages that compound.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Expertise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0" y="1645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Founder's professional background in the exact CRM/AI platform. No integration risk.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395728"/>
            <a:ext cx="7680960" cy="0"/>
          </a:xfrm>
          <a:prstGeom prst="line">
            <a:avLst/>
          </a:prstGeom>
          <a:noFill/>
          <a:ln w="6350">
            <a:solidFill>
              <a:srgbClr val="E8E4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2468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Golfer360 data compounds over time. The more a member uses us, the better coaching gets.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218688"/>
            <a:ext cx="7680960" cy="0"/>
          </a:xfrm>
          <a:prstGeom prst="line">
            <a:avLst/>
          </a:prstGeom>
          <a:noFill/>
          <a:ln w="6350">
            <a:solidFill>
              <a:srgbClr val="E8E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Lock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3291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 at Workhouse. No competing simulator within 15 min. Affluent captive market.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041648"/>
            <a:ext cx="7680960" cy="0"/>
          </a:xfrm>
          <a:prstGeom prst="line">
            <a:avLst/>
          </a:prstGeom>
          <a:noFill/>
          <a:ln w="6350">
            <a:solidFill>
              <a:srgbClr val="E8E4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Positioning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4114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2x competitor pricing, margins fund growth. Budget players can't move upmarket.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$217K - $354K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Capital Requirement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27432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0175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</a:t>
            </a:r>
            <a:endParaRPr lang="en-US" sz="1400" dirty="0"/>
          </a:p>
          <a:p>
            <a:pPr algn="ctr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equipment &amp; technology (40%)</a:t>
            </a:r>
            <a:endParaRPr lang="en-US" sz="1400" dirty="0"/>
          </a:p>
          <a:p>
            <a:pPr algn="ctr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Build-out &amp; construction (30%)</a:t>
            </a:r>
            <a:endParaRPr lang="en-US" sz="1400" dirty="0"/>
          </a:p>
          <a:p>
            <a:pPr algn="ctr"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Furniture, fixtures, lounge (15%)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&amp; licensing (15%)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FAIRWAY GOLF CLUB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visit makes you a better golfer.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0" y="3291840"/>
            <a:ext cx="18288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 Evans  |  Founder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russell@fairwaygolfclub.com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Fairway Golf Club - Investor Presentation</dc:title>
  <dc:subject>PptxGenJS Presentation</dc:subject>
  <dc:creator>Russell Evans</dc:creator>
  <cp:lastModifiedBy>Russell Evans</cp:lastModifiedBy>
  <cp:revision>1</cp:revision>
  <dcterms:created xsi:type="dcterms:W3CDTF">2026-07-03T00:36:16Z</dcterms:created>
  <dcterms:modified xsi:type="dcterms:W3CDTF">2026-07-03T00:36:16Z</dcterms:modified>
</cp:coreProperties>
</file>