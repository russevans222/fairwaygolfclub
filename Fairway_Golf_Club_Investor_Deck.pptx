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Net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134</c:v>
                </c:pt>
                <c:pt idx="2">
                  <c:v>175</c:v>
                </c:pt>
                <c:pt idx="3">
                  <c:v>200</c:v>
                </c:pt>
                <c:pt idx="4">
                  <c:v>225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Day Job (Net)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141</c:v>
                </c:pt>
                <c:pt idx="1">
                  <c:v>145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bubble3D val="0"/>
            <c:spPr>
              <a:solidFill>
                <a:srgbClr val="D4A853"/>
              </a:solidFill>
              <a:effectLst/>
            </c:spPr>
          </c:dPt>
          <c:dPt>
            <c:idx val="3"/>
            <c:bubble3D val="0"/>
            <c:spPr>
              <a:solidFill>
                <a:srgbClr val="40916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Simulators</c:v>
                </c:pt>
                <c:pt idx="1">
                  <c:v>Build-Out</c:v>
                </c:pt>
                <c:pt idx="2">
                  <c:v>Technology</c:v>
                </c:pt>
                <c:pt idx="3">
                  <c:v>Working Capital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60</c:v>
                </c:pt>
                <c:pt idx="1">
                  <c:v>45</c:v>
                </c:pt>
                <c:pt idx="2">
                  <c:v>20</c:v>
                </c:pt>
                <c:pt idx="3">
                  <c:v>25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AI-powered indoor golf improvement club at Workhouse Arts Center, Lorton, Virginia.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Fairway Flywheel: self-reinforcing loop. Every visit generates data → better coaching → improvement → retention →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waterfall shows diversified income. Bay rentals are primary but memberships, events, and coaching add margin and reduce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 area map: ALL 8 competitors clustered north of Springfield. South corridor (100K+ residents) is completely unserved. Fairway fills this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matrix: Fairway owns the Premium+Improvement quadrant alone. GOLFTEC is improvement but expensive lessons-only. Five Iron is premium but entertainment-only.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timeline: Launch → Validate (Y1, 40%, $44K) → Grow (Y2, 55%, $134K) → Scale (Y3, 4 bays) → Franchise (Y5+, $707K).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 at Month 3 with conservative utilization ramp. Revenue exceeds $13.5K/mo opex by month 3 as utilization hits 30%.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Crosses industry average revenue/bay by Year 3. Conservative utilization ramp validates before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FAIRWAY GOLF CLUB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AI-Powered Golf Improvement Club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|  July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 simulators are everywhere. Golf improvement is nowhere.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indoor golf businesses are: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dingy rental spaces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2057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ambiance, no community, no reason to come back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70048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7157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personalization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7157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 starts from scratch — no data, no continuity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328416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37413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Entertainment-only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37413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once, but doesn't make you a better golfer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0325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technology moat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403250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buy a simulator; nobody's building the software layer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 makes you a better golfer.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Golfer360 Profile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digital profile captures every shot, every session. Your progress is tracked and visualized.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Coaching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 delivers AI coaching recommendations based on YOUR data, not generic tips.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Experience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703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Backyard luxury feel — walnut tones, comfortable seating, craft beer from next door.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1546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Accountability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03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Memberships, leagues, and progress tracking keep golfers coming back weekly.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xciting-sleepy-cerf/mnt/outputs/fly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MOAT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enterprise-grade Salesforce infrastructure by a Salesforce professional.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9019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management, booking, communications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Cloud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9535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golfer profiles from every session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0050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coaching &amp; recommendations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9019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dashboards for members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Cloud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9535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portal &amp; self-service booking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40050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Lights, HVAC, booking — minimal staff needed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 Rentals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$55-70/hr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revenue — walk-ins and bookings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$99-299/mo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Bronze/Silver/Gold tiers — recurring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Coaching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$49/mo add-on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Agentforce-powered improvement plans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$500-2K/event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building, client entertainment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Leagues &amp; Lessons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$200-500/season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engagement, retention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Beverage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Bunny Man partner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 license — sell craft beer on-site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xciting-sleepy-cerf/mnt/outputs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WORKHOUSE ARTS CENTER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9518 Workhouse Way, Lorton, Virginia 22079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campus with existing foot traffic and community events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surrounding area — $97K+ median household income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Bunny Man Brewing on-site — built-in beverage partnership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Family-friendly arts district — attracts target demographics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golf courses within 7 miles — proven active golfer population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Belvoir (51,000+ employees) less than 10 minutes away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direct indoor golf competition south of Springfield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xciting-sleepy-cerf/mnt/outputs/trade_area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0"/>
            <a:ext cx="73152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xciting-sleepy-cerf/mnt/outputs/positioning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GROWTH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minimized: small investment, founder maintains income, expand only after demand is proven.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— Validate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simulator bays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startup investment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$55/hr, 12 hrs/day operation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part-time staff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utilization target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keeps $227K day job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— Scale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4 bays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additional investment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65%+ utilization proven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staff model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goes full-time CEO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model exploration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xciting-sleepy-cerf/mnt/outputs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"/>
            <a:ext cx="87782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920240" cy="164592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Net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debt service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34640" y="1097280"/>
            <a:ext cx="1920240" cy="164592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$134K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Net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recovered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37760" y="1097280"/>
            <a:ext cx="1920240" cy="164592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$362K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Combined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day job viable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920240" cy="164592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$707K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4088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Combined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income</a:t>
            </a:r>
            <a:endParaRPr lang="en-US" sz="9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731520" y="2926080"/>
          <a:ext cx="76809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xciting-sleepy-cerf/mnt/outputs/break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011680"/>
          </a:xfrm>
          <a:prstGeom prst="roundRect">
            <a:avLst>
              <a:gd name="adj" fmla="val 3636"/>
            </a:avLst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Total Investment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 equity  +  $75K loan (8%, 5-year term)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costs: simulators, build-out, technology, ABC license, working capital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equipment &amp; install: ~$60K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Build-out &amp; premium finishes: ~$45K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Salesforce setup: ~$20K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licenses: ~$25K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FOUNDER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Expert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CRM/AI background — the technology platform IS my day job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Operator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1920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$227K/yr job through Phase 1 — no desperation, only discipline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Mile from Location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560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manage operations personally; no absentee ownership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Golfer + Customer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the frustration firsthand and built the solution I want to 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Mindset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840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2 part-time staff, not 10 — technology replaces headcount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BRAND: READY TO LAUNCH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1188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fairwaygolfclub.co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768096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 SCC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conflicts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768096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60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IC 041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 match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768096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Trademark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3246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 filing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($30)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768096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931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ITU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priority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($350)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Franchise-ready brand: "Fairway Golf Club" is protectable as a repeatable location concept.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Supporting Data — Market Research &amp; Financial Detail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or exclude the following slides based on audience depth.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 LOCAL DEMOGRAPHICS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mile trade area from Lorton, VA 22079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300K+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Area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1887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$97K+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3464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HHI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(Ft Belvoir CDP)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51,000+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Belvoir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1887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 Courses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7 Miles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768096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Lorton / Fairfax Station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HHI $120K+, family-oriented, golf-active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Springfield / Burke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HHI $110K+, strong golf course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Woodbridge / Dale 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80K+, underserved for indoor golf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 Belvoir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Military families, disposable income, recreation-seeking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 UTILIZATION &amp; REVENUE PER BAY</a:t>
            </a:r>
            <a:endParaRPr lang="en-US" sz="2200" dirty="0"/>
          </a:p>
        </p:txBody>
      </p:sp>
      <p:pic>
        <p:nvPicPr>
          <p:cNvPr id="3" name="Image 0" descr="/sessions/exciting-sleepy-cerf/mnt/outputs/uti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4864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 5-YEAR FINANCIAL DETAIL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188720"/>
                <a:gridCol w="1188720"/>
                <a:gridCol w="1188720"/>
              </a:tblGrid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Expenses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Business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Job (Net)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Household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$175K*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$225K*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Year 3+: Founder transitions to full-time CEO. Household = business income only.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 STARTUP COST BREAKDOWN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Details: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84632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Premium Simulators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3232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Uneekor or Foresight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84632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Build-Out &amp; Finishes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2468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Walls, flooring, lighting, furniture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463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+ Tech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screens, network, kiosk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63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license, 3-mo reserve, marketing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46320" y="4480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$150,000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 FORT BELVOIR — MILITARY MARKET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51,000+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Residents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7,637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3464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$97,290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Income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10058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Workhouse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 is a top recreation activity for military personnel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on-base indoor golf simulators — unmet demand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disposable income with stable employment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budgets from DoD contractors (SAIC, Leidos, Booz Allen)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FAIRWAY GOLF CLUB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 makes you a better golfer.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0" y="3017520"/>
            <a:ext cx="219456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fairwaygolfclub.co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Evans  |  russell@fairwaygolfclub.co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Fairway Golf Club — Investor Pitch</dc:title>
  <dc:subject>PptxGenJS Presentation</dc:subject>
  <dc:creator>Russell Evans</dc:creator>
  <cp:lastModifiedBy>Russell Evans</cp:lastModifiedBy>
  <cp:revision>1</cp:revision>
  <dcterms:created xsi:type="dcterms:W3CDTF">2026-07-03T08:49:47Z</dcterms:created>
  <dcterms:modified xsi:type="dcterms:W3CDTF">2026-07-03T08:49:47Z</dcterms:modified>
</cp:coreProperties>
</file>